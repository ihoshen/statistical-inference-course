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2: how age and mileage relate to price, and whether that relationship is the same for every 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open with the two halves of the research question and return to them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exclusion is justified structurally, not because a value looked inconvenient.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Box-Cox reached a skew of −0.01 and normality was still rejected. Levene p = 8.7e-39.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direction, different shape. That difference is the first clue.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turning point of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curves start at different ages because low-mileage cars are mostly young.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 size rather than p-values: at these sample sizes everything is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opened on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language associative. We never claim that adding kilometres causes 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C of the assignment: the EDA guides modelling decisions, it does not perform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 Here in case the methodology is questioned.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 Shows the conclusion is not an artefact of our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Depreciation: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and Mileage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58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analysis of 1,431 Toyota Corolla listings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4315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Itamar Hoshen  ·  Elad Maisi  ·  Ariel Koritcher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with Statistical Software  ·  Dr. Orit Rafaeli  ·  Research question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not one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72768"/>
          </a:xfrm>
          <a:prstGeom prst="roundRect">
            <a:avLst>
              <a:gd name="adj" fmla="val 58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02536"/>
            <a:ext cx="768096" cy="768096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191109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age and mileage related to price?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11680" y="24048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relationship a straight line, or does it bend?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1572768"/>
          </a:xfrm>
          <a:prstGeom prst="roundRect">
            <a:avLst>
              <a:gd name="adj" fmla="val 58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877056"/>
            <a:ext cx="768096" cy="768096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7705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37856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that relationship the same for every car?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01168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does mileage matter more for some cars than for others?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1,436 listings  ·  Three variables:  Price  ·  Age  ·  Mileage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8132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48840" y="14538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values. No duplicates.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48840" y="186537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1,436 listings, three variables.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48840" y="244144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Verso models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28529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7-seat MPV — a different market segment. Not because they were expensive.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56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48840" y="34290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size of 16,000 cc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3840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factor-of-ten typing error, corrected to 1,600 cc.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443984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4398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48840" y="441655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cars showing 1 km at 4 and 6 years old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48840" y="48280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implausible, kept, and re-tested at the end.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6875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6875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sample:  1,431 cars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are skewed, so we compared medians and ranks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leans right (skew +1.46) — the mean overstates a typical Corolla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leans left (skew −0.81) — the sample holds few young cars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of prices are flagged as extreme. They are young, low-mileage cars, so we kept them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Box-Cox transformation could not make prices normal — so we used rank-based tests</a:t>
            </a:r>
            <a:endParaRPr lang="en-US" sz="1600" dirty="0"/>
          </a:p>
        </p:txBody>
      </p:sp>
      <p:pic>
        <p:nvPicPr>
          <p:cNvPr id="4" name="Image 0" descr="figs/fig1_cell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1425" y="2743200"/>
            <a:ext cx="6608844" cy="3364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checked: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skewness, the 1.5×IQR rule, and Box-Cox with Shapiro-Wilk and Levene.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matter — but they behave differently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r = −0.88.  The trend is close to a straight line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Mileage:  r = −0.57.  The trend clearly bends — steep at first, then flat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tracks 32% of the mileage relationship; the curve tracks 44%</a:t>
            </a:r>
            <a:endParaRPr lang="en-US" sz="1600" dirty="0"/>
          </a:p>
        </p:txBody>
      </p:sp>
      <p:pic>
        <p:nvPicPr>
          <p:cNvPr id="4" name="Image 0" descr="figs/fig3_cell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624" y="2514600"/>
            <a:ext cx="7600447" cy="3593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checked: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LOWESS for shape, Pearson against Spearman to test for a straight 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Two-thirds of the “mileage effect” is really age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cars have also driven further (r = +0.50), so the two overlap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age constant  →  mileage falls from −0.61 to −0.37   (−40%)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mileage constant  →  age falls from −0.84 to −0.77   (−8%)</a:t>
            </a:r>
            <a:endParaRPr lang="en-US" sz="1600" dirty="0"/>
          </a:p>
        </p:txBody>
      </p:sp>
      <p:pic>
        <p:nvPicPr>
          <p:cNvPr id="4" name="Image 0" descr="figs/fig4_cell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2543" y="2487168"/>
            <a:ext cx="716661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59612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real driver. Mileage is genuine, but secondary.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checked: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Spearman correlation, controlling each variable for the other.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is the mileage penalty the same for every car?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cars into three mileage groups and plotted price against age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young cars the three curves sit far apart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old cars they come together</a:t>
            </a:r>
            <a:endParaRPr lang="en-US" sz="1600" dirty="0"/>
          </a:p>
        </p:txBody>
      </p:sp>
      <p:pic>
        <p:nvPicPr>
          <p:cNvPr id="4" name="Image 0" descr="figs/fig5_cell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6855" y="2514600"/>
            <a:ext cx="6737985" cy="3593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checked: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split into mileage tertiles, LOWESS fitted separately within each.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penalty shrinks by 62% as cars age</a:t>
            </a:r>
            <a:endParaRPr lang="en-US" sz="3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 (ε²)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8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price 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€2,545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€1,050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85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3716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old cars, low and medium mileage are no longer distinguishable  (p = 0.81).
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highest-mileage cars still trade at a discount.
</a:t>
            </a:r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weakens — it does not disappear. Every group stays significant.</a:t>
            </a:r>
            <a:endParaRPr lang="en-US" sz="1450" dirty="0"/>
          </a:p>
        </p:txBody>
      </p:sp>
      <p:pic>
        <p:nvPicPr>
          <p:cNvPr id="5" name="Image 0" descr="figs/fig6_cell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887" y="2880360"/>
            <a:ext cx="7595921" cy="3246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236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checked: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within each age group, effect size ε², Dunn post-hoc with Bonferroni.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the research question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408176"/>
            <a:ext cx="566928" cy="56692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08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age and mileage related to price?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negatively. Age is the stronger and steadier of the two (ρ = −0.84, and −0.77 once mileage is held constant), and its relationship is close to a straight line. Mileage is real but secondary (ρ = −0.61 → −0.37), and its relationship bends: steep at first, then flat.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3621024"/>
            <a:ext cx="566928" cy="56692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371600" y="35844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relationship the same at every level of the other variable?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" y="4087368"/>
            <a:ext cx="10241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mileage penalty falls 62% from young to old cars, and the price gap narrows from €2,545 to €575. Among old cars, low and medium mileage stop being distinguishable altogether.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8978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variables do not act independently — each one weakens the influence of the other.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euros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Buying:  check the odometer closely on a young car. On a six-year-old Corolla it barely moves the price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Selling:  kilometres driven early are expensive. Kilometres driven late are almost free</a:t>
            </a:r>
            <a:endParaRPr lang="en-US" sz="1600" dirty="0"/>
          </a:p>
        </p:txBody>
      </p:sp>
      <p:pic>
        <p:nvPicPr>
          <p:cNvPr id="4" name="Image 0" descr="figs/slide9_penal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976" y="2194560"/>
            <a:ext cx="6633743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observed in one dealership's 2004 data — not causal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built a model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669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would 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variables carry their own 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age and mileage — neither replaces the other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are skewed and never normal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log(Price); use robust standard errors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mileage relationship bends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non-linear term for mileage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penalty depends on how old the car 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an age × mileage interaction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52578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was built. The EDA tells us what to test.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how we tested each claim</a:t>
            </a:r>
            <a:endParaRPr lang="en-US" sz="3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42976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relationship straight?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vs Spearman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assumes a line, Spearman does not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age and mileage overlap?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Spearman correlation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what the other variable explains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effect change with age?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Kruskal-Wallis within strata, ε²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no distributional assumption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groups actually differ?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Dunn, Bonferroni-corrected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error across three comparisons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we have used ANOVA?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Levene, Shapiro-Wilk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Levene p = 8.7e-39 with unequal cells — no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— does the conclusion hold?</a:t>
            </a:r>
            <a:endParaRPr lang="en-US" sz="3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669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Verso models included instead of removed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of 63.4%  (main analysis: 62.1%)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implausible mileage records removed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of 62.4%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bins instead of three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gap still falls monotonically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Unbalanced, 54 to 313 — reported as a limitation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52578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survives every cleaning decision we made.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Depreciation: Age and Mileage</dc:title>
  <dc:subject>PptxGenJS Presentation</dc:subject>
  <dc:creator>Itamar Hoshen, Elad Maisi, Ariel Koritcher</dc:creator>
  <cp:lastModifiedBy>Itamar Hoshen, Elad Maisi, Ariel Koritcher</cp:lastModifiedBy>
  <cp:revision>1</cp:revision>
  <dcterms:created xsi:type="dcterms:W3CDTF">2026-08-19T23:12:14Z</dcterms:created>
  <dcterms:modified xsi:type="dcterms:W3CDTF">2026-08-19T23:12:14Z</dcterms:modified>
</cp:coreProperties>
</file>